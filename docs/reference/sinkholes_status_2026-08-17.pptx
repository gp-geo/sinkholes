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78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slides: the two temporal architectures, the two splits, full-interferogram object-level results on both splits, the positives-only protocol against the paper, and a summary of which model is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encoder runs on every timestep with shared weights. ConvLSTM: convolutional gates, the chain compressed to one 256-channel hidden state, only the last reaches the decoder. Attention: the present frame queries its history at each bottleneck cell, 8 heads, dim 256. Hybrid: the ConvLSTM runs first and every hidden state is kept, then attention selects among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Geo: train the whole North SAR frame (109 interferograms, 2019-2026), validate and test on the South frame. Temporal: train 2019-2022, validate 2023-2024, test 2025-2026, both frames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is the mean over scenes of the per-scene object recall and precision, with F1 computed from those means. Quoting a geo model without its confidence threshold is meaningless — the ordering changes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Patch level is the only genuinely protocol-matched comparison here: test-patches scores each patch independently with no reconstruction, exactly as the paper's Table 1 does on non-zero mask patches. Object-level recall carries about plus or minus 0.01 between repeat passes of the same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throughout are mean per-scene object recall and precision at ITh 0.7 and buffer 5 px, with F1 computed from those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sinkhole subsidence in Dead Sea InSAR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944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U-Net architectures, two generalization splits, and object-level evaluation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 Pinkas   ·   17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temporal architectures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share the U-Net encoder and decoder. They differ only in how the six-frame chain is collapsed at the bottleneck.</a:t>
            </a:r>
            <a:endParaRPr lang="en-US" sz="1300" dirty="0"/>
          </a:p>
        </p:txBody>
      </p:sp>
      <p:pic>
        <p:nvPicPr>
          <p:cNvPr id="4" name="Image 0" descr="/home/claude/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25296"/>
            <a:ext cx="11027664" cy="4974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2910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compared: a single-frame U-Net (one interferogram, no history) and a channel-stack U-Net (the chain fed as input channels).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train/test splits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holds out a place; temporal holds out a time. They share no scenes, so their scores cannot be ranked against each other.</a:t>
            </a:r>
            <a:endParaRPr lang="en-US" sz="1300" dirty="0"/>
          </a:p>
        </p:txBody>
      </p:sp>
      <p:pic>
        <p:nvPicPr>
          <p:cNvPr id="4" name="Image 0" descr="/home/claude/spl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25296"/>
            <a:ext cx="11155680" cy="46085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618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 on the k5 partitions are scored on the k10 test lists, so every model below is evaluated on exactly the same scenes.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Object-level results on full interferograms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object recall and precision over the test scenes, each model at its own best confidence threshold. ITh 0.7, buffer 5 px.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D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SPLIT  —  18 test interferograms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303520" cy="2962656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 F1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C2D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ConvLSTM · ring 3:1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ConvLSTM · ring 1:1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· ring 1:1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· ring 1:1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ConvLSTM · no negs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U-Net · ring 1:1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U-Net · no negs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20700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D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SPLIT  —  20 test interferograms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463040"/>
          <a:ext cx="5257800" cy="33284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 F1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C2D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ConvLSTM · ring 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· ring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· ring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ConvLSTM · ring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ConvLSTM · no negs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· no negs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U-Net · no negs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 stack · no negs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95604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negatives — empty patches sampled from an annulus around each sinkhole — are the largest single gain: </a:t>
            </a:r>
            <a:r>
              <a:rPr lang="en-US" sz="1250" b="1" dirty="0">
                <a:solidFill>
                  <a:srgbClr val="8C2D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0.667 → 0.724, temporal 0.612 → 0.698.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5522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temporal architectures land within 0.04 F1 of each other on geo and 0.07 on temporal. Both single-frame and channel-stack baselines sit below all of them.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6199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outputs/predictions/&lt;model&gt;/best/scenes_*/olm_results_*.json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Positives-only evaluation, and the published baseline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scores only on patches that contain subsidence. Matching that protocol makes our numbers comparable with its Table 1.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D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LEVEL, POSITIVES ONLY  —  4,445 patches, 18 geo test interferograms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44752"/>
          <a:ext cx="9738360" cy="2181352"/>
        </p:xfrm>
        <a:graphic>
          <a:graphicData uri="http://schemas.openxmlformats.org/drawingml/2006/table">
            <a:tbl>
              <a:tblPr/>
              <a:tblGrid>
                <a:gridCol w="416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Dekel et al. 2026 · spatial, lat 31.4°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Dekel et al. 2026 · spatial, lat 31.4°, augmented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C2D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· ring 1:1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· ring 1:1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ConvLSTM · geo_k10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ConvLSTM · ring 3:1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48640" y="38953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D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MODELS  —  POSITIVES-ONLY vs FULL INTERFEROGRAM, OBJECT F1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51376"/>
          <a:ext cx="6446520" cy="18796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interferogram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67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· ring 1:1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· ring 1:1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ConvLSTM · ring 3:1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ConvLSTM · geo_k10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ConvLSTM · ring 10 (temporal)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60920" y="4151376"/>
            <a:ext cx="4251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the paper: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recall matches its best row (0.86) and object precision is higher (0.90 vs 0.86) — while holding out an entire SAR frame rather than a latitude line inside the same scenes.
</a:t>
            </a: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protocol: </a:t>
            </a: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model scores 0.2–0.4 higher on object F1 when only the tiles holding ground truth are predicted. A positives-only number and a full-interferogram number are not the same quantity, and the protocol has to be named whenever either is quoted.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confidence threshold is not the paper's RTh: we reconstruct at stride 2 and average the sigmoid probabilities, while the paper reconstructs at stride 4 and RTh counts how many of sixteen patches call an object positive.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outputs/predictions_positives/&lt;model&gt;/ · remotesensing-18-00211-v2.pdf, Table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252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2D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32688" y="12252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on object F1, full interferogram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32688" y="151790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Geo: ConvLSTM with ring negatives 3:1 — 0.724 (recall 0.77, precision 0.68).  Temporal: ConvLSTM with far-field ring-10 negatives — 0.698 (recall 0.67, precision 0.73).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2D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2311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negatives are the main gain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25237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0.667 → 0.724, temporal 0.612 → 0.698. Training only on patches that contain subsidence made the models flag far too much ground.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369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2D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32369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matters less than negatives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52958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ConvLSTM, attention and hybrid are within 0.04 F1 on geo. Attention uses 26 % fewer parameters (32.1 M vs 43.1 M). Single-frame and channel-stack baselines are below all three.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242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2D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424281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the published baseline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453542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paper's positives-only protocol we match its object recall at 0.86 and improve object precision to 0.90 from 0.86, on a harder hold-out.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Macintosh PowerPoint</Application>
  <PresentationFormat>Widescreen</PresentationFormat>
  <Paragraphs>205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Sinkhole subsidence detection — status</dc:title>
  <dc:subject>PptxGenJS Presentation</dc:subject>
  <dc:creator>Guy Pinkas</dc:creator>
  <cp:lastModifiedBy>גיא פנקס</cp:lastModifiedBy>
  <cp:revision>2</cp:revision>
  <dcterms:created xsi:type="dcterms:W3CDTF">2026-08-17T10:54:08Z</dcterms:created>
  <dcterms:modified xsi:type="dcterms:W3CDTF">2026-08-17T10:57:49Z</dcterms:modified>
</cp:coreProperties>
</file>